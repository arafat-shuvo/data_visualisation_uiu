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82" r:id="rId3"/>
    <p:sldId id="283" r:id="rId4"/>
    <p:sldId id="277" r:id="rId5"/>
    <p:sldId id="278" r:id="rId6"/>
    <p:sldId id="279" r:id="rId7"/>
    <p:sldId id="281" r:id="rId8"/>
    <p:sldId id="28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8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72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45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66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7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195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77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30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51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496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19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224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4F9A9-CB77-4A94-AEE0-C37C94C95FFF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768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17" y="4990174"/>
            <a:ext cx="1418705" cy="1425039"/>
          </a:xfrm>
          <a:prstGeom prst="rect">
            <a:avLst/>
          </a:prstGeom>
          <a:ln>
            <a:solidFill>
              <a:srgbClr val="FFC000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1375698" y="2359308"/>
            <a:ext cx="9853841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kern="0" smtClean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Hypothesis </a:t>
            </a:r>
          </a:p>
          <a:p>
            <a:pPr algn="ctr"/>
            <a:r>
              <a:rPr lang="en-US" sz="3200" b="1" smtClean="0">
                <a:latin typeface="Roboto"/>
              </a:rPr>
              <a:t>Aksadur </a:t>
            </a:r>
            <a:r>
              <a:rPr lang="en-US" sz="3200" b="1" dirty="0" smtClean="0">
                <a:latin typeface="Roboto"/>
              </a:rPr>
              <a:t>Rahman</a:t>
            </a:r>
          </a:p>
          <a:p>
            <a:pPr algn="ctr"/>
            <a:r>
              <a:rPr lang="en-US" sz="1600" b="1" dirty="0">
                <a:solidFill>
                  <a:schemeClr val="accent1"/>
                </a:solidFill>
                <a:latin typeface="Roboto"/>
              </a:rPr>
              <a:t>a</a:t>
            </a:r>
            <a:r>
              <a:rPr lang="en-US" sz="1600" b="1" dirty="0" smtClean="0">
                <a:solidFill>
                  <a:schemeClr val="accent1"/>
                </a:solidFill>
                <a:latin typeface="Roboto"/>
              </a:rPr>
              <a:t>ksadur@yahoo.com</a:t>
            </a:r>
            <a:endParaRPr lang="en-US" sz="1600" b="1" dirty="0">
              <a:solidFill>
                <a:schemeClr val="accent1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501782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17" y="4990174"/>
            <a:ext cx="1418705" cy="1425039"/>
          </a:xfrm>
          <a:prstGeom prst="rect">
            <a:avLst/>
          </a:prstGeom>
          <a:ln>
            <a:solidFill>
              <a:srgbClr val="FFC000"/>
            </a:solidFill>
          </a:ln>
        </p:spPr>
      </p:pic>
      <p:sp>
        <p:nvSpPr>
          <p:cNvPr id="2" name="Rectangle 1"/>
          <p:cNvSpPr/>
          <p:nvPr/>
        </p:nvSpPr>
        <p:spPr>
          <a:xfrm>
            <a:off x="2430585" y="723037"/>
            <a:ext cx="8940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D2D2D"/>
                </a:solidFill>
                <a:latin typeface="Noto Sans" panose="020B0502040504020204" pitchFamily="34" charset="0"/>
              </a:rPr>
              <a:t>What is a hypothesis?</a:t>
            </a:r>
          </a:p>
          <a:p>
            <a:pPr algn="just"/>
            <a:r>
              <a:rPr lang="en-US" dirty="0">
                <a:solidFill>
                  <a:srgbClr val="2D2D2D"/>
                </a:solidFill>
                <a:latin typeface="Noto Sans" panose="020B0502040504020204" pitchFamily="34" charset="0"/>
              </a:rPr>
              <a:t>A hypothesis is a potential explanation for something </a:t>
            </a:r>
            <a:r>
              <a:rPr lang="en-US" dirty="0" smtClean="0">
                <a:solidFill>
                  <a:srgbClr val="2D2D2D"/>
                </a:solidFill>
                <a:latin typeface="Noto Sans" panose="020B0502040504020204" pitchFamily="34" charset="0"/>
              </a:rPr>
              <a:t>that </a:t>
            </a:r>
            <a:r>
              <a:rPr lang="en-US" dirty="0">
                <a:solidFill>
                  <a:srgbClr val="2D2D2D"/>
                </a:solidFill>
                <a:latin typeface="Noto Sans" panose="020B0502040504020204" pitchFamily="34" charset="0"/>
              </a:rPr>
              <a:t>you observe and think to be true. It can also help determine the relationship between two or more variables that you think might relate to each other.</a:t>
            </a:r>
            <a:endParaRPr lang="en-US" b="0" i="0" dirty="0">
              <a:solidFill>
                <a:srgbClr val="2D2D2D"/>
              </a:solidFill>
              <a:effectLst/>
              <a:latin typeface="Noto Sans" panose="020B0502040504020204" pitchFamily="34" charset="0"/>
            </a:endParaRPr>
          </a:p>
        </p:txBody>
      </p:sp>
      <p:pic>
        <p:nvPicPr>
          <p:cNvPr id="1026" name="Picture 2" descr="You could be better at thinking in daily life, here's how | Thin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578" y="2034473"/>
            <a:ext cx="3666146" cy="2291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2516554" y="475923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A hypothesis (plural hypotheses) is a proposed explanation for a phenomenon.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For a hypothesis to be a scientific hypothesis, the scientific method requires that one can test it. </a:t>
            </a:r>
          </a:p>
        </p:txBody>
      </p:sp>
    </p:spTree>
    <p:extLst>
      <p:ext uri="{BB962C8B-B14F-4D97-AF65-F5344CB8AC3E}">
        <p14:creationId xmlns:p14="http://schemas.microsoft.com/office/powerpoint/2010/main" val="2560038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17" y="4990174"/>
            <a:ext cx="1418705" cy="1425039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512" y="1700212"/>
            <a:ext cx="6276975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024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17" y="4990174"/>
            <a:ext cx="1418705" cy="1425039"/>
          </a:xfrm>
          <a:prstGeom prst="rect">
            <a:avLst/>
          </a:prstGeom>
          <a:ln>
            <a:solidFill>
              <a:srgbClr val="FFC000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4315433" y="374525"/>
            <a:ext cx="28071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/>
              <a:t>Types of Hypothesis </a:t>
            </a:r>
            <a:endParaRPr lang="en-US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986" y="947863"/>
            <a:ext cx="4714875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596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17" y="4990174"/>
            <a:ext cx="1418705" cy="1425039"/>
          </a:xfrm>
          <a:prstGeom prst="rect">
            <a:avLst/>
          </a:prstGeom>
          <a:ln>
            <a:solidFill>
              <a:srgbClr val="FFC000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3635494" y="1124802"/>
            <a:ext cx="28071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/>
              <a:t>Types of Hypothesis </a:t>
            </a:r>
            <a:endParaRPr lang="en-US" sz="24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407" y="2205990"/>
            <a:ext cx="5953125" cy="15335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985" y="2276328"/>
            <a:ext cx="4943475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35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17" y="4990174"/>
            <a:ext cx="1418705" cy="1425039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217" y="1515530"/>
            <a:ext cx="8378337" cy="447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489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17" y="4990174"/>
            <a:ext cx="1418705" cy="1425039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327" y="1701216"/>
            <a:ext cx="8723252" cy="37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80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17" y="4990174"/>
            <a:ext cx="1418705" cy="1425039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883" y="2067414"/>
            <a:ext cx="9391650" cy="6286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2520" y="2605698"/>
            <a:ext cx="909637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71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5283</TotalTime>
  <Words>86</Words>
  <Application>Microsoft Office PowerPoint</Application>
  <PresentationFormat>Widescreen</PresentationFormat>
  <Paragraphs>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Bookman Old Style</vt:lpstr>
      <vt:lpstr>Calibri</vt:lpstr>
      <vt:lpstr>Calibri Light</vt:lpstr>
      <vt:lpstr>Noto Sans</vt:lpstr>
      <vt:lpstr>Roboto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 Aksadur Rahman</dc:creator>
  <cp:lastModifiedBy>Microsoft account</cp:lastModifiedBy>
  <cp:revision>229</cp:revision>
  <dcterms:created xsi:type="dcterms:W3CDTF">2021-08-10T15:37:54Z</dcterms:created>
  <dcterms:modified xsi:type="dcterms:W3CDTF">2023-03-04T17:50:27Z</dcterms:modified>
</cp:coreProperties>
</file>